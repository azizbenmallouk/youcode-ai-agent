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YouCode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Plateforme conversationnelle multi-agent</a:t>
            </a:r>
          </a:p>
          <a:p>
            <a:r>
              <a:t>pour l’accompagnement des visiteurs et candidats YouCode</a:t>
            </a:r>
          </a:p>
          <a:p/>
          <a:p>
            <a:r>
              <a:t>Présenté par : Aziz BENMALLOUK</a:t>
            </a:r>
          </a:p>
          <a:p>
            <a:r>
              <a:t>Technologies : FastAPI, LangGraph, Qdrant, MCP,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Sollicitations massives des visiteurs et candidats.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Informations officielles dispersées et parfois obsolètes.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Questions très répétitives (campus, pédagogie, admission).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Démarches parfois complexes (report de test, suivi).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Public multilingue (français, arabe, darija).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Traitement manuel lent et fastidieux.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Comment proposer aux visiteurs de YouCode une assistance fiable, multilingue et disponible via WhatsApp, tout en automatisant les workflows répétitifs et en conservant une validation humaine pour les décisions sensibles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Solution proposée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WhatsApp : canal utilisateur principal et universel.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FastAPI : backend et webhook haute performance.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LangGraph : orchestration dynamique et robuste (State).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Agents Spécialisés : Supervisor, Guide, Support, Newsletter.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RAG (Qdrant) : garantie de réponses basées sur les documents officiels.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MCP (Google Sheets) : standardisation et persistance métier.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Validation Humaine : pour les décisions critiques.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Utilisateurs et cas d'utilisation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Visiteur : Découvrir YouCode, poser des questions générales.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Candidat : Signaler un problème, demander un report de test.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Responsable YouCode : Consulter les demandes, valider les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Visiteur (WhatsApp) -&gt; Client WhatsApp -&gt; Webhook FastAPI</a:t>
            </a:r>
          </a:p>
          <a:p/>
          <a:p>
            <a:r>
              <a:t>FastAPI -&gt; LangGraph (Supervisor)</a:t>
            </a:r>
          </a:p>
          <a:p/>
          <a:p>
            <a:r>
              <a:t>Supervisor -&gt; Agents (Guide, Support, Newsletter)</a:t>
            </a:r>
          </a:p>
          <a:p/>
          <a:p>
            <a:r>
              <a:t>Agents -&gt; RAG (Qdrant) / APIs / MCP (Google Sheets)</a:t>
            </a:r>
          </a:p>
          <a:p/>
          <a:p>
            <a:r>
              <a:t>Retour WhatsApp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Architecture multi-agent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Supervisor Agent : Détecte l'intention et route la conversation.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2. Guide Agent : Expert métier. Utilise le RAG.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3. Support Agent : Gère les demandes (ex: reports). Collecte structurée.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4. Newsletter Agent : Gère les abonnements. Demande le consentement.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Supervisor et routage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Nouvelle intention : Supervisor analyse -&gt; Agent spécialiste.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Workflow actif : Si l'utilisateur est dans une boucle 'Support', le message va directement au noeud actif.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State géré : active_agent, support_phase, newsletter_phase,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Orchestration avec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Nodes (noeuds) : Exécution d'une logique ou d'un LLM.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Edges (liens) : Conditions de passage au noeud suivant.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State (état) : Mémoire partagée de la conversation.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Capacité d'interruption : Le graphe s'arrête pour attendre une réponse WhatsApp et reprend grâce au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Guide Agent et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Reformulation autonome de la question WhatsApp.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Recherche Qdrant (Base Vectorielle).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Architecture Parent-Child : Trouver le sous-chunk exact, renvoyer le contexte complet (Parent).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Règle d'or : Prévention stricte des hallucinations.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Support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Extraction Structurée (Pydantic).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Vérification des champs obligatoires (ex: campus, e-mail).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Questionnement progressif de l'utilisateur.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Consentement explicite exigé.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Écriture via MCP dans Google Sheets.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Cas détaillé : Report de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Collecte des données (Support Agent).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2. Consentement du candidat.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3. Brouillon enregistré (Google Sheets via MCP).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4. Recherche d'alternative (APIs).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5. Validation du candidat.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6. Demande de validation finale au responsable humain.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Newsletter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Collecte progressive (e-mail, préférences, etc.).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Interruption LangGraph pour demander consentement.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Analyse de la réponse au consentement.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Création de l'abonnement via MCP.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MCP et Google 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MCP (Model Context Protocol) : standardise les outils.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Serveur MCP : Expose `append_row` ou `read_sheet`.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Client MCP : Permet aux Agents d'agir sans connaître la logique métier.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Avantages : Découplage, sécurité, remplacement facile du backend.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Architecture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LangGraph (SQLite) : Mémoire à court terme (brouillons, suivi conversationnel).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Persistance Métier (Google Sheets via MCP) : Base officielle à long terme pour les équipes YouCode.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Synchronisation : Événements SQLAlchemy asynchrones.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FastAPI et Intégrations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WhatsApp (Réception asynchrone).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Endpoints Métier (REST pour futures interfaces).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Gestion des erreurs, Timeout et Documentation OpenAPI.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Moteur de la communication avec LangGraph et MCP.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Sécurité, limites et fiabilité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Sécurité : Consentement strict, RAG basé sur documents officiels.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Fiabilité : Outils fortement typés (Pydantic), validation des entités.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Limites : Dépendance au réseau (WhatsApp, LLM, APIs).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Parade : Timeout FastAPI et validation humaine des décisions lourdes.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C5500"/>
                </a:solidFill>
              </a:defRPr>
            </a:pPr>
            <a:r>
              <a:t>Résultats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Opérationnel : WhatsApp, RAG Qdrant, MCP Sheets, Orchestration LLM.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Partiel : Modération proactive (Guardrails).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Perspectives : Dashboard Administrateur web dédié, </a:t>
            </a:r>
          </a:p>
          <a:p>
            <a:pPr>
              <a:defRPr>
                <a:solidFill>
                  <a:srgbClr val="2F4F4F"/>
                </a:solidFill>
              </a:defRPr>
            </a:pPr>
            <a:r>
              <a:t>Migration totale vers PostgreSQL, Déploiement Cloud.</a:t>
            </a:r>
          </a:p>
          <a:p>
            <a:br/>
            <a:pPr>
              <a:defRPr>
                <a:solidFill>
                  <a:srgbClr val="2F4F4F"/>
                </a:solidFill>
              </a:defRPr>
            </a:pPr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